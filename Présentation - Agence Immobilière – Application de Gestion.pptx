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" charset="1" panose="020B0500040000020004"/>
      <p:regular r:id="rId16"/>
    </p:embeddedFont>
    <p:embeddedFont>
      <p:font typeface="Georgia Pro Condensed" charset="1" panose="02040506050405020303"/>
      <p:regular r:id="rId17"/>
    </p:embeddedFont>
    <p:embeddedFont>
      <p:font typeface="Helvetica World Bold" charset="1" panose="020B08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65543"/>
            <a:ext cx="9754495" cy="733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01"/>
              </a:lnSpc>
            </a:pPr>
            <a:r>
              <a:rPr lang="en-US" sz="14301" spc="-500" strike="noStrike" u="none">
                <a:solidFill>
                  <a:srgbClr val="0D3B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Agence Immobilière – Application de Gestion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D3B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Vue d’ensemble du projet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78700"/>
            <a:ext cx="6886575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Cette application web est conçue pour </a:t>
            </a:r>
            <a:r>
              <a:rPr lang="en-US" b="true" sz="2499" spc="-37" strike="noStrike" u="none">
                <a:solidFill>
                  <a:srgbClr val="5A718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optimiser la gestion</a:t>
            </a: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d'une agence immobilière, en se concentrant uniquement sur le front-end avec JavaScript Vanilla, offrant une interface utilisateur fluide et intuitive pour les utilisateurs.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A7C1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0D3B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Objectifs du projet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Principales fonctionnalités de l'application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606675"/>
            <a:chOff x="0" y="0"/>
            <a:chExt cx="5744662" cy="3475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Gestion des clients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L'application permet de </a:t>
              </a:r>
              <a:r>
                <a:rPr lang="en-US" b="true" sz="2000" spc="-30" strike="noStrike" u="none">
                  <a:solidFill>
                    <a:srgbClr val="5A718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centraliser les informations</a:t>
              </a: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relatives aux clients, facilitant ainsi la gestion des données et le suivi des interactions et des contrats avec chaque client.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606675"/>
            <a:chOff x="0" y="0"/>
            <a:chExt cx="5346700" cy="3475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Gestion des biens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 système intuitif pour </a:t>
              </a:r>
              <a:r>
                <a:rPr lang="en-US" b="true" sz="2000" spc="-30" strike="noStrike" u="none">
                  <a:solidFill>
                    <a:srgbClr val="5A718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ajouter et gérer</a:t>
              </a: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les propriétés disponibles, incluant des informations détaillées sur chaque bien pour une expérience utilisateur optimale et efficace.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30525"/>
            <a:chOff x="0" y="0"/>
            <a:chExt cx="5346700" cy="3907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Gestion des contrats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fonctionnalité de gestion des contrats et des rendez-vous assure une </a:t>
              </a:r>
              <a:r>
                <a:rPr lang="en-US" b="true" sz="2000" spc="-30" strike="noStrike" u="none">
                  <a:solidFill>
                    <a:srgbClr val="5A718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organisation fluide</a:t>
              </a: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des transactions, permettant aux agents de suivre facilement les engagements et les échéances.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D3B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Technologies Utilisées pour le Projet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778750"/>
            <a:ext cx="6886575" cy="184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Ce projet utilise des technologies modernes telles que </a:t>
            </a:r>
            <a:r>
              <a:rPr lang="en-US" b="true" sz="2499" spc="-37" strike="noStrike" u="none">
                <a:solidFill>
                  <a:srgbClr val="5A718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HTML5</a:t>
            </a: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499" spc="-37" strike="noStrike" u="none">
                <a:solidFill>
                  <a:srgbClr val="5A718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CSS3</a:t>
            </a: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et </a:t>
            </a:r>
            <a:r>
              <a:rPr lang="en-US" b="true" sz="2499" spc="-37" strike="noStrike" u="none">
                <a:solidFill>
                  <a:srgbClr val="5A718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JavaScript ES6+</a:t>
            </a: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ainsi que </a:t>
            </a:r>
            <a:r>
              <a:rPr lang="en-US" b="true" sz="2499" spc="-37" strike="noStrike" u="none">
                <a:solidFill>
                  <a:srgbClr val="5A718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Tailwind CSS</a:t>
            </a: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pour le design responsive, et </a:t>
            </a:r>
            <a:r>
              <a:rPr lang="en-US" b="true" sz="2499" spc="-37" strike="noStrike" u="none">
                <a:solidFill>
                  <a:srgbClr val="5A718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Chart.js</a:t>
            </a: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pour la visualisation des données.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D3B6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Architecture de l’application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6572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0D3B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0D3B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34675" y="666750"/>
            <a:ext cx="6886575" cy="3037523"/>
            <a:chOff x="0" y="0"/>
            <a:chExt cx="9182100" cy="40500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Modularité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274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L'application utilise une </a:t>
              </a:r>
              <a:r>
                <a:rPr lang="en-US" b="true" sz="2499" spc="-37">
                  <a:solidFill>
                    <a:srgbClr val="5A718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architecture modulaire</a:t>
              </a:r>
              <a:r>
                <a:rPr lang="en-US" sz="2499" spc="-37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pour assurer une séparation claire des responsabilités, facilitant ainsi la compréhension et la maintenance du code tout en favorisant la réutilisation des composants.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4675" y="5143500"/>
            <a:ext cx="6886575" cy="3037523"/>
            <a:chOff x="0" y="0"/>
            <a:chExt cx="9182100" cy="40500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Modules CRUD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04714"/>
              <a:ext cx="9182100" cy="274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Des modules </a:t>
              </a:r>
              <a:r>
                <a:rPr lang="en-US" b="true" sz="2499" spc="-37">
                  <a:solidFill>
                    <a:srgbClr val="5A718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CRUD dédiés</a:t>
              </a:r>
              <a:r>
                <a:rPr lang="en-US" sz="2499" spc="-37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gèrent efficacement chaque entité de l'application, tels que clients, biens et contrats, permettant un développement structuré et une évolutivité rapide en cas de nouveaux besoins.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0D3B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Fonctionnalités principales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Gestion complète des éléments clés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CRUD Clients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L'application permet la gestion complète des clients avec des fonctionnalités de création, lecture, mise à jour et suppression, garantissant un suivi efficace et organisé des informations clients.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3606800"/>
            <a:chOff x="0" y="0"/>
            <a:chExt cx="5346700" cy="48090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CRUD Propriétés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3729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Les utilisateurs peuvent facilement gérer les propriétés disponibles, y compris l'ajout de nouvelles propriétés, la mise à jour des informations existantes et la suppression des biens non pertinents, assurant une base de données à jour.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54375"/>
            <a:chOff x="0" y="0"/>
            <a:chExt cx="5346700" cy="4339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Recherche Avancée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325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L'application intègre des filtres avancés pour affiner les recherches de clients et de propriétés, permettant aux utilisateurs de trouver rapidement les informations pertinentes et d'améliorer l'expérience utilisateur.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4010025" cy="6716121"/>
            <a:chOff x="0" y="0"/>
            <a:chExt cx="698915" cy="1170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915" cy="1170566"/>
            </a:xfrm>
            <a:custGeom>
              <a:avLst/>
              <a:gdLst/>
              <a:ahLst/>
              <a:cxnLst/>
              <a:rect r="r" b="b" t="t" l="l"/>
              <a:pathLst>
                <a:path h="1170566" w="698915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9" r="0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666750"/>
            <a:ext cx="4010025" cy="6716121"/>
            <a:chOff x="0" y="0"/>
            <a:chExt cx="698915" cy="11705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8915" cy="1170566"/>
            </a:xfrm>
            <a:custGeom>
              <a:avLst/>
              <a:gdLst/>
              <a:ahLst/>
              <a:cxnLst/>
              <a:rect r="r" b="b" t="t" l="l"/>
              <a:pathLst>
                <a:path h="1170566" w="698915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79" r="0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D3B6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550"/>
            <a:ext cx="2876550" cy="1092806"/>
            <a:chOff x="0" y="0"/>
            <a:chExt cx="3835400" cy="145707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3835400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6"/>
                </a:lnSpc>
                <a:spcBef>
                  <a:spcPct val="0"/>
                </a:spcBef>
              </a:pPr>
              <a:r>
                <a:rPr lang="en-US" b="true" sz="2730" spc="-40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KPI Metrics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86003"/>
              <a:ext cx="3835400" cy="671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52"/>
                </a:lnSpc>
                <a:spcBef>
                  <a:spcPct val="0"/>
                </a:spcBef>
              </a:pPr>
              <a:r>
                <a:rPr lang="en-US" sz="1591" spc="-23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Visual indicators display real-time data insights.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7865173"/>
            <a:ext cx="2876550" cy="1092806"/>
            <a:chOff x="0" y="0"/>
            <a:chExt cx="3835400" cy="14570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3835400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6"/>
                </a:lnSpc>
                <a:spcBef>
                  <a:spcPct val="0"/>
                </a:spcBef>
              </a:pPr>
              <a:r>
                <a:rPr lang="en-US" b="true" sz="2730" spc="-40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Visualization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86003"/>
              <a:ext cx="3835400" cy="671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52"/>
                </a:lnSpc>
                <a:spcBef>
                  <a:spcPct val="0"/>
                </a:spcBef>
              </a:pPr>
              <a:r>
                <a:rPr lang="en-US" sz="1591" spc="-23" strike="noStrike" u="none">
                  <a:solidFill>
                    <a:srgbClr val="5A7184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Diverse graphical representations enhance decision making.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733425"/>
            <a:ext cx="7021245" cy="337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Dashboard and Analytics Overview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D3B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Gestion des données efficace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6978650"/>
            <a:ext cx="6886575" cy="264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gestion des données s'effectue via le </a:t>
            </a:r>
            <a:r>
              <a:rPr lang="en-US" b="true" sz="2499" spc="-37" strike="noStrike" u="none">
                <a:solidFill>
                  <a:srgbClr val="5A718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LocalStorage</a:t>
            </a:r>
            <a:r>
              <a:rPr lang="en-US" sz="2499" spc="-37" strike="noStrike" u="none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du navigateur, permettant un stockage persistant des informations. L'utilisation de JSON stringify/parse facilite la manipulation et le rendu dynamique des données dans l'interface utilisateur.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0D3B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Limitations et pistes d’amélioration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78700"/>
            <a:ext cx="6886575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L'application actuelle souffre d'</a:t>
            </a:r>
            <a:r>
              <a:rPr lang="en-US" b="true" sz="2499" spc="-37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une absence de serveur backend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limitant le stockage local. De plus, il n'y a pas d'authentification réelle, ce qui pourrait compromettre la sécurité des données utilisateurs.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D3B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5A718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Merci pour votre attention!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876300"/>
            <a:ext cx="8317491" cy="149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75"/>
              </a:lnSpc>
            </a:pPr>
            <a:r>
              <a:rPr lang="en-US" sz="11175" spc="-391">
                <a:solidFill>
                  <a:srgbClr val="0D3B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Remerciements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Présentation - Agence Immobilière – Application de Gestion</dc:description>
  <dc:identifier>DAG9c9lxzYQ</dc:identifier>
  <dcterms:modified xsi:type="dcterms:W3CDTF">2011-08-01T06:04:30Z</dcterms:modified>
  <cp:revision>1</cp:revision>
  <dc:title>Présentation - Agence Immobilière – Application de Gestion</dc:title>
</cp:coreProperties>
</file>